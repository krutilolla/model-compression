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Century Gothic Paneuropean Bold" charset="1" panose="020B0702020202020204"/>
      <p:regular r:id="rId17"/>
    </p:embeddedFont>
    <p:embeddedFont>
      <p:font typeface="Century Gothic Paneuropean" charset="1" panose="020B0502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8406" y="3405130"/>
            <a:ext cx="15981264" cy="219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2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 Evaluation of Compressed </a:t>
            </a:r>
          </a:p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2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 Learning Models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406" y="5968166"/>
            <a:ext cx="15021818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0953" y="8072787"/>
            <a:ext cx="6745836" cy="130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4"/>
              </a:lnSpc>
            </a:pPr>
            <a:r>
              <a:rPr lang="en-US" sz="37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Lolla Sree Kruti</a:t>
            </a:r>
          </a:p>
          <a:p>
            <a:pPr algn="l">
              <a:lnSpc>
                <a:spcPts val="5284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24EE01050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23925"/>
            <a:ext cx="16230600" cy="92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9"/>
              </a:lnSpc>
            </a:pPr>
            <a:r>
              <a:rPr lang="en-US" b="true" sz="5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 AND MOTIVATION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4439" y="2646965"/>
            <a:ext cx="13359792" cy="517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6"/>
              </a:lnSpc>
            </a:pPr>
            <a:r>
              <a:rPr lang="en-US" sz="41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Objective:</a:t>
            </a:r>
          </a:p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evaluate how model compression techniques (such as pruning and quantization) affect a model’s inference speed, memory usage, and accuracy on a CPU. The goal is to understand the trade-off between efficiency and performance in compressed deep learning models.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48147" y="952500"/>
            <a:ext cx="12454772" cy="910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6"/>
              </a:lnSpc>
            </a:pPr>
            <a:r>
              <a:rPr lang="en-US" sz="41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Motivation:</a:t>
            </a:r>
          </a:p>
          <a:p>
            <a:pPr algn="l">
              <a:lnSpc>
                <a:spcPts val="5796"/>
              </a:lnSpc>
            </a:pP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Large model size: Deep models with millions of parameters are hard to store and deploy on limited-memory devices.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 computation cost: They need powerful hardware, causing slower inference and higher energy use.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Latency issues: Real-time tasks require faster responses than large models can provide.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Energy inefficiency: High power consumption limits scalability and increases cost.</a:t>
            </a:r>
          </a:p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25706" y="923925"/>
            <a:ext cx="11342739" cy="92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6"/>
              </a:lnSpc>
            </a:pPr>
            <a:r>
              <a:rPr lang="en-US" b="true" sz="539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METHODOLOGY OR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9690" y="2264163"/>
            <a:ext cx="12454772" cy="69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 Selection: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Choose a small dataset (e.g., text or image classification) suitable for CPU-based testing.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Split the data into training and testing sets.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Base Model Training: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Train a simple neural network or load a pre-trained model.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Evaluate its baseline accuracy, inference time, and memory usage.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51974" y="2570353"/>
            <a:ext cx="13787477" cy="507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3. </a:t>
            </a: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Compression: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Apply compression technique — pruning and quantization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— to reduce model size.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Save the compressed model for evaluation.</a:t>
            </a:r>
          </a:p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4. </a:t>
            </a: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Inference Testing: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Run inference on CPU with batch size = 1 and batch size = 8.</a:t>
            </a:r>
          </a:p>
          <a:p>
            <a:pPr algn="l" marL="785875" indent="-392938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Measure inference time, memory usage, and accuracy for each configuration.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84773" y="1932181"/>
            <a:ext cx="12454772" cy="63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5. Result Comparison: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 original and compressed models in a results table showing time, memory, and accuracy differences.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6.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Analysis and Summary: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Discuss trade-offs between model size, speed, and accuracy.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Conclude how compression affects performance and efficiency.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71105" y="3834789"/>
            <a:ext cx="15345790" cy="2617423"/>
          </a:xfrm>
          <a:custGeom>
            <a:avLst/>
            <a:gdLst/>
            <a:ahLst/>
            <a:cxnLst/>
            <a:rect r="r" b="b" t="t" l="l"/>
            <a:pathLst>
              <a:path h="2617423" w="15345790">
                <a:moveTo>
                  <a:pt x="0" y="0"/>
                </a:moveTo>
                <a:lnTo>
                  <a:pt x="15345790" y="0"/>
                </a:lnTo>
                <a:lnTo>
                  <a:pt x="15345790" y="2617422"/>
                </a:lnTo>
                <a:lnTo>
                  <a:pt x="0" y="2617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0" t="-10789" r="-6838" b="-447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16614" y="923925"/>
            <a:ext cx="12383889" cy="92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9"/>
              </a:lnSpc>
            </a:pPr>
            <a:r>
              <a:rPr lang="en-US" b="true" sz="5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 </a:t>
            </a:r>
            <a:r>
              <a:rPr lang="en-US" b="true" sz="5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AND PERFORMANCE METRICS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31857" y="516160"/>
            <a:ext cx="8537178" cy="92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9"/>
              </a:lnSpc>
            </a:pPr>
            <a:r>
              <a:rPr lang="en-US" sz="5392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OBSERVATIONS: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6845" y="2408835"/>
            <a:ext cx="14174310" cy="57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compressed models (after pruning and quantization) showed a significant reduction in inference time and memory usage compared to the original model.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Batch size affected speed — larger batches (batch size = 8) improved throughput but slightly increased memory usage.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Accuracy is well maintained by the models after compression.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Quantized models gave the best speed-memory.</a:t>
            </a:r>
          </a:p>
          <a:p>
            <a:pPr algn="ctr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16614" y="923925"/>
            <a:ext cx="8537178" cy="92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9"/>
              </a:lnSpc>
            </a:pPr>
            <a:r>
              <a:rPr lang="en-US" sz="5392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LEASONS LEARNT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4271" y="2264163"/>
            <a:ext cx="12454772" cy="69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compression can make deep learning models faster and more resource-efficient without large accuracy loss.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There is always a trade-off between model size and accuracy — aggressive compression saves resources but may degrade performance.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Measuring both time and memory is important to fully evaluate efficiency gains.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Such techniques are essential for deploying models on edge or low-power devices.</a:t>
            </a:r>
          </a:p>
          <a:p>
            <a:pPr algn="ctr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DAG3NHvmucM</dc:identifier>
  <dcterms:modified xsi:type="dcterms:W3CDTF">2011-08-01T06:04:30Z</dcterms:modified>
  <cp:revision>1</cp:revision>
  <dc:title>Performance Evaluation of Compressed Deep Learning Models</dc:title>
</cp:coreProperties>
</file>